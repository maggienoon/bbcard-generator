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handoutMasterIdLst>
    <p:handoutMasterId r:id="rId6"/>
  </p:handoutMasterIdLst>
  <p:sldIdLst>
    <p:sldId id="261" r:id="rId5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137"/>
    <a:srgbClr val="6325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9" d="100"/>
          <a:sy n="99" d="100"/>
        </p:scale>
        <p:origin x="3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4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a Covarrubias" userId="aa52d8bb-fbea-476f-ba40-f8cb9732a5c7" providerId="ADAL" clId="{1AD82174-E54A-4152-93C5-81CD42CA70F3}"/>
    <pc:docChg chg="modMainMaster">
      <pc:chgData name="Dana Covarrubias" userId="aa52d8bb-fbea-476f-ba40-f8cb9732a5c7" providerId="ADAL" clId="{1AD82174-E54A-4152-93C5-81CD42CA70F3}" dt="2026-03-25T18:58:41.717" v="2" actId="6013"/>
      <pc:docMkLst>
        <pc:docMk/>
      </pc:docMkLst>
      <pc:sldMasterChg chg="mod">
        <pc:chgData name="Dana Covarrubias" userId="aa52d8bb-fbea-476f-ba40-f8cb9732a5c7" providerId="ADAL" clId="{1AD82174-E54A-4152-93C5-81CD42CA70F3}" dt="2026-03-25T18:58:41.717" v="2" actId="6013"/>
        <pc:sldMasterMkLst>
          <pc:docMk/>
          <pc:sldMasterMk cId="72228596" sldId="2147483662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0BA057-28AF-45BD-9DE7-4CEA819C26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649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F21DDE-2BE7-439B-A365-725AB514BB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134" y="1"/>
            <a:ext cx="303864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91180-BA03-4A09-83B2-F22B3C1D99B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2E9A-98C2-4E7D-8CAF-29666CBE62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6"/>
            <a:ext cx="3038649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46E77-4BCD-4BF3-B881-F9D413AE12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134" y="8829676"/>
            <a:ext cx="303864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A5D87-09FF-4064-9C07-55207C39B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882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3BEA-3B8C-40C2-A721-567FA5EE8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4584" y="279661"/>
            <a:ext cx="7423633" cy="679160"/>
          </a:xfrm>
          <a:prstGeom prst="rect">
            <a:avLst/>
          </a:prstGeom>
        </p:spPr>
        <p:txBody>
          <a:bodyPr wrap="square" lIns="45720" tIns="27432" rIns="45720" bIns="27432" anchor="ctr" anchorCtr="0">
            <a:spAutoFit/>
          </a:bodyPr>
          <a:lstStyle>
            <a:lvl1pPr>
              <a:defRPr sz="1500" cap="small" baseline="0">
                <a:solidFill>
                  <a:schemeClr val="bg1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C6F6E-F7E8-41B4-B063-6C6A9988D1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2543" y="914400"/>
            <a:ext cx="3031457" cy="2635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8BDF55-FE2D-41B9-9B46-F111DC868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745" y="1275181"/>
            <a:ext cx="2057400" cy="4983480"/>
          </a:xfrm>
          <a:prstGeom prst="rect">
            <a:avLst/>
          </a:prstGeom>
          <a:ln>
            <a:solidFill>
              <a:srgbClr val="142137"/>
            </a:solidFill>
          </a:ln>
        </p:spPr>
        <p:txBody>
          <a:bodyPr lIns="45720" tIns="45720" rIns="91440" bIns="45720">
            <a:noAutofit/>
          </a:bodyPr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1100" b="1" u="sng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1100"/>
            </a:lvl2pPr>
          </a:lstStyle>
          <a:p>
            <a:pPr lvl="0"/>
            <a:r>
              <a:rPr lang="en-US" dirty="0"/>
              <a:t>Company Information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A55ACE7-BCAA-414B-B9F7-B036C71932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26343" y="1280160"/>
            <a:ext cx="3886200" cy="4983480"/>
          </a:xfrm>
          <a:prstGeom prst="rect">
            <a:avLst/>
          </a:prstGeom>
          <a:ln>
            <a:solidFill>
              <a:srgbClr val="142137"/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100" b="1" u="none" cap="none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Experience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82C7C3AB-CABD-4490-8CE7-46637C3131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968" y="56139"/>
            <a:ext cx="1005840" cy="1097280"/>
          </a:xfrm>
          <a:prstGeom prst="rect">
            <a:avLst/>
          </a:prstGeom>
          <a:ln w="9525">
            <a:solidFill>
              <a:schemeClr val="accent1"/>
            </a:solidFill>
          </a:ln>
        </p:spPr>
        <p:txBody>
          <a:bodyPr/>
          <a:lstStyle>
            <a:lvl1pPr>
              <a:defRPr>
                <a:ln>
                  <a:solidFill>
                    <a:schemeClr val="tx1"/>
                  </a:solidFill>
                </a:ln>
              </a:defRPr>
            </a:lvl1pPr>
          </a:lstStyle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6D0D2BC0-468A-4755-9DAC-08B585B85E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1275181"/>
            <a:ext cx="2880360" cy="4983480"/>
          </a:xfrm>
          <a:prstGeom prst="rect">
            <a:avLst/>
          </a:prstGeom>
          <a:ln>
            <a:solidFill>
              <a:srgbClr val="142137"/>
            </a:solidFill>
          </a:ln>
        </p:spPr>
        <p:txBody>
          <a:bodyPr lIns="91440" tIns="45720" rIns="91440" bIns="45720">
            <a:noAutofit/>
          </a:bodyPr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1100" b="1" u="sng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1100"/>
            </a:lvl2pPr>
          </a:lstStyle>
          <a:p>
            <a:pPr lvl="0"/>
            <a:r>
              <a:rPr lang="en-US" dirty="0"/>
              <a:t>Education / Certifications</a:t>
            </a:r>
          </a:p>
          <a:p>
            <a:pPr lvl="0"/>
            <a:endParaRPr lang="en-US" dirty="0"/>
          </a:p>
          <a:p>
            <a:pPr lvl="0"/>
            <a:endParaRPr lang="en-US" u="none" dirty="0"/>
          </a:p>
          <a:p>
            <a:pPr lvl="0"/>
            <a:endParaRPr lang="en-US" u="none" dirty="0"/>
          </a:p>
          <a:p>
            <a:pPr lvl="0"/>
            <a:endParaRPr lang="en-US" b="0" u="none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9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F4F61D6-CE8F-4263-BBDD-D1A61A95C9C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142137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kern="1200" cap="small" baseline="0">
                <a:solidFill>
                  <a:schemeClr val="bg1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		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381B0-72C3-42BA-B3FE-6B745EAF74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00800"/>
            <a:ext cx="9144000" cy="82550"/>
          </a:xfrm>
          <a:prstGeom prst="rect">
            <a:avLst/>
          </a:prstGeom>
          <a:solidFill>
            <a:srgbClr val="142137"/>
          </a:solidFill>
          <a:ln>
            <a:solidFill>
              <a:srgbClr val="142137"/>
            </a:solidFill>
          </a:ln>
        </p:spPr>
        <p:txBody>
          <a:bodyPr lIns="36576" tIns="36576" rIns="36576" bIns="36576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prstClr val="black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8368A-B5CB-5C00-CE3F-009F8ECBDC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40642" y="6492240"/>
            <a:ext cx="662715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500" kern="1200" cap="small" baseline="0">
          <a:solidFill>
            <a:schemeClr val="bg1"/>
          </a:solidFill>
          <a:latin typeface="Book Antiqua" panose="0204060205030503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84BCED-6831-B24B-8D2E-4ABED22F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584" y="487411"/>
            <a:ext cx="7423633" cy="2636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EE59EE-0BF7-97A7-DB96-F4B13A48A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2D4509-C7AE-646B-A0C1-DF56753AF7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AC9BA9-7ED6-3527-9F79-34E773C581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A5023CA-B107-B5B2-24FC-6A36279012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0EA520-4598-44F8-8D49-B2CDD86892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Education / Certifications</a:t>
            </a:r>
          </a:p>
          <a:p>
            <a:endParaRPr lang="en-US" b="0" u="none" dirty="0"/>
          </a:p>
          <a:p>
            <a:endParaRPr lang="en-US" u="none" dirty="0"/>
          </a:p>
        </p:txBody>
      </p:sp>
    </p:spTree>
    <p:extLst>
      <p:ext uri="{BB962C8B-B14F-4D97-AF65-F5344CB8AC3E}">
        <p14:creationId xmlns:p14="http://schemas.microsoft.com/office/powerpoint/2010/main" val="19894986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bd022-7165-4b80-8dc8-c3215724b8d8">
      <Terms xmlns="http://schemas.microsoft.com/office/infopath/2007/PartnerControls"/>
    </lcf76f155ced4ddcb4097134ff3c332f>
    <TaxCatchAll xmlns="55048b8d-fe72-4d8d-bf9e-bbafc8d35ae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B9778E6401794CBDF3E8103CA903E0" ma:contentTypeVersion="18" ma:contentTypeDescription="Create a new document." ma:contentTypeScope="" ma:versionID="ab510095eaa832392380fe9665f24ed4">
  <xsd:schema xmlns:xsd="http://www.w3.org/2001/XMLSchema" xmlns:xs="http://www.w3.org/2001/XMLSchema" xmlns:p="http://schemas.microsoft.com/office/2006/metadata/properties" xmlns:ns2="55048b8d-fe72-4d8d-bf9e-bbafc8d35ae0" xmlns:ns3="b66bd022-7165-4b80-8dc8-c3215724b8d8" targetNamespace="http://schemas.microsoft.com/office/2006/metadata/properties" ma:root="true" ma:fieldsID="75468b992762efc8e7c6961ef4448146" ns2:_="" ns3:_="">
    <xsd:import namespace="55048b8d-fe72-4d8d-bf9e-bbafc8d35ae0"/>
    <xsd:import namespace="b66bd022-7165-4b80-8dc8-c3215724b8d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OCR" minOccurs="0"/>
                <xsd:element ref="ns3:MediaServiceObjectDetectorVersions" minOccurs="0"/>
                <xsd:element ref="ns3:MediaServiceLocatio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48b8d-fe72-4d8d-bf9e-bbafc8d35ae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2b29cac-33c3-4ca2-87f3-df7e44d8e75d}" ma:internalName="TaxCatchAll" ma:showField="CatchAllData" ma:web="55048b8d-fe72-4d8d-bf9e-bbafc8d35a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bd022-7165-4b80-8dc8-c3215724b8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0714a6d-070c-4721-b401-bb5bc03c5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065D5A-8D94-4957-A912-E13BB4852EA1}">
  <ds:schemaRefs>
    <ds:schemaRef ds:uri="http://schemas.microsoft.com/office/2006/metadata/properties"/>
    <ds:schemaRef ds:uri="http://schemas.microsoft.com/office/infopath/2007/PartnerControls"/>
    <ds:schemaRef ds:uri="b66bd022-7165-4b80-8dc8-c3215724b8d8"/>
    <ds:schemaRef ds:uri="55048b8d-fe72-4d8d-bf9e-bbafc8d35ae0"/>
  </ds:schemaRefs>
</ds:datastoreItem>
</file>

<file path=customXml/itemProps2.xml><?xml version="1.0" encoding="utf-8"?>
<ds:datastoreItem xmlns:ds="http://schemas.openxmlformats.org/officeDocument/2006/customXml" ds:itemID="{B588B33B-7DC8-48CD-A2DA-3A5F85C4C5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397829-9E7D-4093-B569-F338E6B033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048b8d-fe72-4d8d-bf9e-bbafc8d35ae0"/>
    <ds:schemaRef ds:uri="b66bd022-7165-4b80-8dc8-c3215724b8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521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Book Antiqua</vt:lpstr>
      <vt:lpstr>Calibri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Jasmin Sanchez</dc:creator>
  <cp:lastModifiedBy>Dana Covarrubias</cp:lastModifiedBy>
  <cp:revision>137</cp:revision>
  <cp:lastPrinted>2022-09-15T15:32:18Z</cp:lastPrinted>
  <dcterms:created xsi:type="dcterms:W3CDTF">2019-10-28T14:26:08Z</dcterms:created>
  <dcterms:modified xsi:type="dcterms:W3CDTF">2026-03-25T18:58:49Z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0x0101007DB9778E6401794CBDF3E8103CA903E0</vt:lpwstr>
  </property>
</Properties>
</file>